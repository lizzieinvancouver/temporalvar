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8" r:id="rId3"/>
    <p:sldId id="257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1" r:id="rId16"/>
    <p:sldId id="270" r:id="rId17"/>
    <p:sldId id="272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097"/>
    <p:restoredTop sz="95813"/>
  </p:normalViewPr>
  <p:slideViewPr>
    <p:cSldViewPr snapToGrid="0" snapToObjects="1">
      <p:cViewPr>
        <p:scale>
          <a:sx n="68" d="100"/>
          <a:sy n="68" d="100"/>
        </p:scale>
        <p:origin x="768" y="16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0007648-81D7-5B40-8BB1-80541A70ECBA}" type="datetimeFigureOut">
              <a:rPr lang="en-US" smtClean="0"/>
              <a:t>6/19/24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6166657-2207-BB48-91B7-1BEC6478AF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33674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166657-2207-BB48-91B7-1BEC6478AF2D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54135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89A328-4276-E14A-B474-75BBD011E16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454DA72-4938-D745-A81E-428FB1C396D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D7E0B1-689A-8746-B787-CA9B781A10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790D15-DD85-8B4D-8106-C7250642B21B}" type="datetimeFigureOut">
              <a:rPr lang="en-US" smtClean="0"/>
              <a:t>6/11/24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A97C0B-4B2F-164C-97CF-D8A347AE9D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67B598-4497-2D4A-BC9C-260EE1DB64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274CED-1FBC-2246-A291-9B066F3994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73256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8CA70-239E-1B4B-814D-CA1DB6AD91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D01C3F-78BC-4846-9478-6BE516DDF6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12B5B6-DAE5-4149-8DB4-C5BF4CFD62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790D15-DD85-8B4D-8106-C7250642B21B}" type="datetimeFigureOut">
              <a:rPr lang="en-US" smtClean="0"/>
              <a:t>6/11/24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D30AC3-C293-1F47-A61B-6C91069B63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75BCC1-1133-0C42-90D9-A3A5C7D608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274CED-1FBC-2246-A291-9B066F3994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6912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B6B3D8-076E-6F44-9623-0C49FEC6A2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3DBDE4-6DA4-9D44-AE2F-B8A53CF745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2073F2-6F98-A847-B835-103EADA416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790D15-DD85-8B4D-8106-C7250642B21B}" type="datetimeFigureOut">
              <a:rPr lang="en-US" smtClean="0"/>
              <a:t>6/11/24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FB9633-7752-B74E-8CC0-60055F8E64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9DE012-61A4-6C43-8301-991F67ED4A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274CED-1FBC-2246-A291-9B066F3994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87245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CB7E4E-14B1-F345-9F05-2F05F36807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C6A2E7-1143-2947-8B41-E58351F5787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BAB4D0B-778D-984D-B205-03380DF56D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E0C9AA-B433-464C-8566-F2CA4D6EE4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790D15-DD85-8B4D-8106-C7250642B21B}" type="datetimeFigureOut">
              <a:rPr lang="en-US" smtClean="0"/>
              <a:t>6/11/24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4B4EE16-956D-DE41-AC17-B7266A6F1C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296F75D-7CA3-C44F-BF6A-F912977F33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274CED-1FBC-2246-A291-9B066F3994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78953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DFFC66-49B9-F249-A376-EA70E1A871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FDB164-797D-7443-B66F-66F69A5490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CF81EE1-24C5-5C42-B186-426BF555614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EF19CB4-7DD3-034F-B0BD-9B45D214C91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8D567B1-1261-E748-B44B-A7EFC275E4F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218ADE7-D993-6841-A0DC-12968FA0C9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790D15-DD85-8B4D-8106-C7250642B21B}" type="datetimeFigureOut">
              <a:rPr lang="en-US" smtClean="0"/>
              <a:t>6/11/24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7F4F78E-6ADB-0947-AF8B-A242A97983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312135A-134E-A547-827B-974AD58ABD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274CED-1FBC-2246-A291-9B066F3994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19148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9A7FC5-5171-824F-A015-93C298D82A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A2F182A-4651-F340-A3CA-F09EFB0DEC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790D15-DD85-8B4D-8106-C7250642B21B}" type="datetimeFigureOut">
              <a:rPr lang="en-US" smtClean="0"/>
              <a:t>6/11/24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350583B-28EC-B14C-ABE2-C99CC7BD67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B31057F-B847-2A44-8BF0-10E094CFDF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274CED-1FBC-2246-A291-9B066F3994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77143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1E3E7F0-91C0-2B4F-97FC-DE94D0B82C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790D15-DD85-8B4D-8106-C7250642B21B}" type="datetimeFigureOut">
              <a:rPr lang="en-US" smtClean="0"/>
              <a:t>6/11/24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6DB8FB0-633A-884A-ACE2-6DAB08F5A3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422BCA-CD09-6A40-B1B8-06E185D8B7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274CED-1FBC-2246-A291-9B066F3994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14101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852870-D5E2-0044-B857-2B2530DFA9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94911E-DE4E-1247-B837-B0EC47A0C2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C2F34EB-C8C5-FA41-B591-616FE7BDD81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2CA542D-398E-404C-87D0-AD4D7974AA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790D15-DD85-8B4D-8106-C7250642B21B}" type="datetimeFigureOut">
              <a:rPr lang="en-US" smtClean="0"/>
              <a:t>6/11/24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F6702AE-4739-D848-9B74-1EFBE3FDCC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23165A3-0296-F141-A533-3DFDF16706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274CED-1FBC-2246-A291-9B066F3994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90846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E7C0A8-E73F-D243-8033-749BDA2229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FE1600F-46DE-8144-B827-1CC3E6F15AA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C775575-91A2-B446-BB2A-48774A50B8E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18E0E06-2422-894C-B0A3-8BC00601D2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790D15-DD85-8B4D-8106-C7250642B21B}" type="datetimeFigureOut">
              <a:rPr lang="en-US" smtClean="0"/>
              <a:t>6/11/24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034D07F-64B5-EA49-BC51-C8B603E535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9B4FFA9-EEB5-8C41-AA46-275F77212C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274CED-1FBC-2246-A291-9B066F3994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7393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DA76A8-0E86-CE4B-BAAC-935312F984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CE7D7C5-2BD9-1E4F-AFEF-EFB4C74703B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F33E51-908B-D74A-9871-3E9E36B63F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790D15-DD85-8B4D-8106-C7250642B21B}" type="datetimeFigureOut">
              <a:rPr lang="en-US" smtClean="0"/>
              <a:t>6/11/24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A791AF-C9B3-944D-8D99-C5A0CFDC24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B71E51-A5FE-1349-A76D-CE896803E5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274CED-1FBC-2246-A291-9B066F3994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56424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A827D78-1365-F84B-B4A7-F9CD5807DDE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E7C0798-BA05-D744-B87F-40E4C75C21B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11A8F0-B401-214A-B439-50CCBA5D6B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790D15-DD85-8B4D-8106-C7250642B21B}" type="datetimeFigureOut">
              <a:rPr lang="en-US" smtClean="0"/>
              <a:t>6/11/24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7187F0-376E-A943-96DE-27D1D4EAD9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FDE534-1376-D34B-AF8C-8DFB8F18B6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274CED-1FBC-2246-A291-9B066F3994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65074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51B84DF-1862-5346-88AC-1BBB8CF39C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5115D7-7886-6048-A3F0-1E641AB7D5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9F3C20-ADD3-DC48-8E41-9DEEDDEB60E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6790D15-DD85-8B4D-8106-C7250642B21B}" type="datetimeFigureOut">
              <a:rPr lang="en-US" smtClean="0"/>
              <a:t>6/11/24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49BD25-7289-5C43-8157-33298F3C796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3AA701-4032-284A-B6C6-6CA189E01B3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A274CED-1FBC-2246-A291-9B066F3994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13796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openxmlformats.org/officeDocument/2006/relationships/image" Target="../media/image1.jpe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7" Type="http://schemas.openxmlformats.org/officeDocument/2006/relationships/image" Target="../media/image13.JP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JPG"/><Relationship Id="rId5" Type="http://schemas.openxmlformats.org/officeDocument/2006/relationships/image" Target="../media/image11.JPG"/><Relationship Id="rId4" Type="http://schemas.openxmlformats.org/officeDocument/2006/relationships/image" Target="../media/image10.JP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5.svg"/><Relationship Id="rId4" Type="http://schemas.openxmlformats.org/officeDocument/2006/relationships/image" Target="../media/image14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D2006A-5B03-0748-9293-E3EFA5AB286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F54B6C1-C2CB-8C42-BE38-1DB9040D41F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42513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 descr="Crowd in stadium grandstand to cheering sport Crowd in stadium grandstand to cheering sport, vector illustration. Stadium stock vector">
            <a:extLst>
              <a:ext uri="{FF2B5EF4-FFF2-40B4-BE49-F238E27FC236}">
                <a16:creationId xmlns:a16="http://schemas.microsoft.com/office/drawing/2014/main" id="{110E8FCF-90DC-D34B-9424-3A19D4C5EFA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1864" b="6667"/>
          <a:stretch/>
        </p:blipFill>
        <p:spPr bwMode="auto">
          <a:xfrm>
            <a:off x="643467" y="5010817"/>
            <a:ext cx="10905066" cy="15042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AutoShape 6" descr="Running Stick Figure Vector SVG Icon (4) - SVG Repo">
            <a:extLst>
              <a:ext uri="{FF2B5EF4-FFF2-40B4-BE49-F238E27FC236}">
                <a16:creationId xmlns:a16="http://schemas.microsoft.com/office/drawing/2014/main" id="{23C30F97-26F4-D24D-93C9-81D1810B304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2109060"/>
            <a:ext cx="1472340" cy="14723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8" name="AutoShape 18">
            <a:extLst>
              <a:ext uri="{FF2B5EF4-FFF2-40B4-BE49-F238E27FC236}">
                <a16:creationId xmlns:a16="http://schemas.microsoft.com/office/drawing/2014/main" id="{0BB4B370-C423-EA47-8260-DF630129C85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962400" y="1295400"/>
            <a:ext cx="2286000" cy="2286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1" name="Picture 10" descr="A superhero in a red and yellow garment&#10;&#10;Description automatically generated">
            <a:extLst>
              <a:ext uri="{FF2B5EF4-FFF2-40B4-BE49-F238E27FC236}">
                <a16:creationId xmlns:a16="http://schemas.microsoft.com/office/drawing/2014/main" id="{CC7CBD2C-8729-ED4C-AEBE-AEB2E689B4F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24325" b="39683"/>
          <a:stretch/>
        </p:blipFill>
        <p:spPr>
          <a:xfrm>
            <a:off x="7903707" y="1557516"/>
            <a:ext cx="4618925" cy="2053678"/>
          </a:xfrm>
          <a:prstGeom prst="rect">
            <a:avLst/>
          </a:prstGeom>
        </p:spPr>
      </p:pic>
      <p:pic>
        <p:nvPicPr>
          <p:cNvPr id="13" name="Picture 12" descr="A person carrying a bag&#10;&#10;Description automatically generated">
            <a:extLst>
              <a:ext uri="{FF2B5EF4-FFF2-40B4-BE49-F238E27FC236}">
                <a16:creationId xmlns:a16="http://schemas.microsoft.com/office/drawing/2014/main" id="{AE7FB982-76FD-4642-8E34-28CA3EF29B76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b="46277"/>
          <a:stretch/>
        </p:blipFill>
        <p:spPr>
          <a:xfrm flipH="1">
            <a:off x="548039" y="1295400"/>
            <a:ext cx="2285998" cy="2760654"/>
          </a:xfrm>
          <a:prstGeom prst="rect">
            <a:avLst/>
          </a:prstGeom>
        </p:spPr>
      </p:pic>
      <p:pic>
        <p:nvPicPr>
          <p:cNvPr id="1044" name="Picture 20" descr="Olympic symbols - Wikipedia">
            <a:extLst>
              <a:ext uri="{FF2B5EF4-FFF2-40B4-BE49-F238E27FC236}">
                <a16:creationId xmlns:a16="http://schemas.microsoft.com/office/drawing/2014/main" id="{896917F8-928D-E14A-9EDF-67BF43B19F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87739" y="29871"/>
            <a:ext cx="4237925" cy="19600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5715A7D8-4E68-0444-B28F-11D5B5BA74A0}"/>
              </a:ext>
            </a:extLst>
          </p:cNvPr>
          <p:cNvSpPr/>
          <p:nvPr/>
        </p:nvSpPr>
        <p:spPr>
          <a:xfrm>
            <a:off x="641025" y="1159151"/>
            <a:ext cx="2286000" cy="2943397"/>
          </a:xfrm>
          <a:prstGeom prst="rect">
            <a:avLst/>
          </a:prstGeom>
          <a:noFill/>
          <a:ln w="476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75EF1EF-EB84-464B-914B-4F167AFAF3E8}"/>
              </a:ext>
            </a:extLst>
          </p:cNvPr>
          <p:cNvSpPr/>
          <p:nvPr/>
        </p:nvSpPr>
        <p:spPr>
          <a:xfrm>
            <a:off x="7810719" y="1464025"/>
            <a:ext cx="4303790" cy="2592030"/>
          </a:xfrm>
          <a:prstGeom prst="rect">
            <a:avLst/>
          </a:prstGeom>
          <a:noFill/>
          <a:ln w="476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0CFFB78-5EE4-064C-90B8-DBB1A561E806}"/>
              </a:ext>
            </a:extLst>
          </p:cNvPr>
          <p:cNvSpPr txBox="1"/>
          <p:nvPr/>
        </p:nvSpPr>
        <p:spPr>
          <a:xfrm>
            <a:off x="4302072" y="2575218"/>
            <a:ext cx="21336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b="1" dirty="0">
                <a:latin typeface="American Typewriter" panose="02090604020004020304" pitchFamily="18" charset="77"/>
              </a:rPr>
              <a:t>VS</a:t>
            </a:r>
            <a:endParaRPr lang="en-US" sz="5400" b="1" dirty="0">
              <a:latin typeface="Chalkboard" panose="03050602040202020205" pitchFamily="66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5202854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 descr="Crowd in stadium grandstand to cheering sport Crowd in stadium grandstand to cheering sport, vector illustration. Stadium stock vector">
            <a:extLst>
              <a:ext uri="{FF2B5EF4-FFF2-40B4-BE49-F238E27FC236}">
                <a16:creationId xmlns:a16="http://schemas.microsoft.com/office/drawing/2014/main" id="{110E8FCF-90DC-D34B-9424-3A19D4C5EFA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1864" b="6667"/>
          <a:stretch/>
        </p:blipFill>
        <p:spPr bwMode="auto">
          <a:xfrm>
            <a:off x="643467" y="5010817"/>
            <a:ext cx="10905066" cy="15042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AutoShape 6" descr="Running Stick Figure Vector SVG Icon (4) - SVG Repo">
            <a:extLst>
              <a:ext uri="{FF2B5EF4-FFF2-40B4-BE49-F238E27FC236}">
                <a16:creationId xmlns:a16="http://schemas.microsoft.com/office/drawing/2014/main" id="{23C30F97-26F4-D24D-93C9-81D1810B304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2109060"/>
            <a:ext cx="1472340" cy="14723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8" name="AutoShape 18">
            <a:extLst>
              <a:ext uri="{FF2B5EF4-FFF2-40B4-BE49-F238E27FC236}">
                <a16:creationId xmlns:a16="http://schemas.microsoft.com/office/drawing/2014/main" id="{0BB4B370-C423-EA47-8260-DF630129C85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962400" y="1295400"/>
            <a:ext cx="2286000" cy="2286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1" name="Picture 10" descr="A superhero in a red and yellow garment&#10;&#10;Description automatically generated">
            <a:extLst>
              <a:ext uri="{FF2B5EF4-FFF2-40B4-BE49-F238E27FC236}">
                <a16:creationId xmlns:a16="http://schemas.microsoft.com/office/drawing/2014/main" id="{CC7CBD2C-8729-ED4C-AEBE-AEB2E689B4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643467" y="3954244"/>
            <a:ext cx="2352180" cy="1447800"/>
          </a:xfrm>
          <a:prstGeom prst="rect">
            <a:avLst/>
          </a:prstGeom>
        </p:spPr>
      </p:pic>
      <p:pic>
        <p:nvPicPr>
          <p:cNvPr id="13" name="Picture 12" descr="A person carrying a bag&#10;&#10;Description automatically generated">
            <a:extLst>
              <a:ext uri="{FF2B5EF4-FFF2-40B4-BE49-F238E27FC236}">
                <a16:creationId xmlns:a16="http://schemas.microsoft.com/office/drawing/2014/main" id="{AE7FB982-76FD-4642-8E34-28CA3EF29B7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804172" y="3757504"/>
            <a:ext cx="880533" cy="1979345"/>
          </a:xfrm>
          <a:prstGeom prst="rect">
            <a:avLst/>
          </a:prstGeom>
        </p:spPr>
      </p:pic>
      <p:pic>
        <p:nvPicPr>
          <p:cNvPr id="23" name="Graphic 22" descr="Shoe with solid fill">
            <a:extLst>
              <a:ext uri="{FF2B5EF4-FFF2-40B4-BE49-F238E27FC236}">
                <a16:creationId xmlns:a16="http://schemas.microsoft.com/office/drawing/2014/main" id="{30522670-D45E-6E43-9BFA-F45394719EF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376993" y="5527566"/>
            <a:ext cx="418566" cy="418566"/>
          </a:xfrm>
          <a:prstGeom prst="rect">
            <a:avLst/>
          </a:prstGeom>
        </p:spPr>
      </p:pic>
      <p:pic>
        <p:nvPicPr>
          <p:cNvPr id="34" name="Graphic 33" descr="Shoe with solid fill">
            <a:extLst>
              <a:ext uri="{FF2B5EF4-FFF2-40B4-BE49-F238E27FC236}">
                <a16:creationId xmlns:a16="http://schemas.microsoft.com/office/drawing/2014/main" id="{02BCDA3E-399C-8745-ACAB-5423464A476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92566" y="5507182"/>
            <a:ext cx="418566" cy="418566"/>
          </a:xfrm>
          <a:prstGeom prst="rect">
            <a:avLst/>
          </a:prstGeom>
        </p:spPr>
      </p:pic>
      <p:pic>
        <p:nvPicPr>
          <p:cNvPr id="1044" name="Picture 20" descr="Olympic symbols - Wikipedia">
            <a:extLst>
              <a:ext uri="{FF2B5EF4-FFF2-40B4-BE49-F238E27FC236}">
                <a16:creationId xmlns:a16="http://schemas.microsoft.com/office/drawing/2014/main" id="{896917F8-928D-E14A-9EDF-67BF43B19F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24637" y="132637"/>
            <a:ext cx="4237925" cy="19600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10096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 descr="Crowd in stadium grandstand to cheering sport Crowd in stadium grandstand to cheering sport, vector illustration. Stadium stock vector">
            <a:extLst>
              <a:ext uri="{FF2B5EF4-FFF2-40B4-BE49-F238E27FC236}">
                <a16:creationId xmlns:a16="http://schemas.microsoft.com/office/drawing/2014/main" id="{110E8FCF-90DC-D34B-9424-3A19D4C5EFA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1864" b="6667"/>
          <a:stretch/>
        </p:blipFill>
        <p:spPr bwMode="auto">
          <a:xfrm>
            <a:off x="643467" y="5010817"/>
            <a:ext cx="10905066" cy="15042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AutoShape 6" descr="Running Stick Figure Vector SVG Icon (4) - SVG Repo">
            <a:extLst>
              <a:ext uri="{FF2B5EF4-FFF2-40B4-BE49-F238E27FC236}">
                <a16:creationId xmlns:a16="http://schemas.microsoft.com/office/drawing/2014/main" id="{23C30F97-26F4-D24D-93C9-81D1810B304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2109060"/>
            <a:ext cx="1472340" cy="14723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8" name="AutoShape 18">
            <a:extLst>
              <a:ext uri="{FF2B5EF4-FFF2-40B4-BE49-F238E27FC236}">
                <a16:creationId xmlns:a16="http://schemas.microsoft.com/office/drawing/2014/main" id="{0BB4B370-C423-EA47-8260-DF630129C85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962400" y="1295400"/>
            <a:ext cx="2286000" cy="2286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1" name="Picture 10" descr="A superhero in a red and yellow garment&#10;&#10;Description automatically generated">
            <a:extLst>
              <a:ext uri="{FF2B5EF4-FFF2-40B4-BE49-F238E27FC236}">
                <a16:creationId xmlns:a16="http://schemas.microsoft.com/office/drawing/2014/main" id="{CC7CBD2C-8729-ED4C-AEBE-AEB2E689B4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9207959" y="4023276"/>
            <a:ext cx="2352180" cy="1447800"/>
          </a:xfrm>
          <a:prstGeom prst="rect">
            <a:avLst/>
          </a:prstGeom>
        </p:spPr>
      </p:pic>
      <p:pic>
        <p:nvPicPr>
          <p:cNvPr id="1044" name="Picture 20" descr="Olympic symbols - Wikipedia">
            <a:extLst>
              <a:ext uri="{FF2B5EF4-FFF2-40B4-BE49-F238E27FC236}">
                <a16:creationId xmlns:a16="http://schemas.microsoft.com/office/drawing/2014/main" id="{896917F8-928D-E14A-9EDF-67BF43B19F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24637" y="132637"/>
            <a:ext cx="4237925" cy="19600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9" descr="A person carrying a bag&#10;&#10;Description automatically generated">
            <a:extLst>
              <a:ext uri="{FF2B5EF4-FFF2-40B4-BE49-F238E27FC236}">
                <a16:creationId xmlns:a16="http://schemas.microsoft.com/office/drawing/2014/main" id="{E3446DAD-6A6C-8B45-88C5-4292C0F4703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flipH="1">
            <a:off x="4913704" y="3845040"/>
            <a:ext cx="880533" cy="1979345"/>
          </a:xfrm>
          <a:prstGeom prst="rect">
            <a:avLst/>
          </a:prstGeom>
        </p:spPr>
      </p:pic>
      <p:pic>
        <p:nvPicPr>
          <p:cNvPr id="12" name="Graphic 11" descr="Shoe with solid fill">
            <a:extLst>
              <a:ext uri="{FF2B5EF4-FFF2-40B4-BE49-F238E27FC236}">
                <a16:creationId xmlns:a16="http://schemas.microsoft.com/office/drawing/2014/main" id="{75C6178A-0061-0840-8B05-5AB13FC83E6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486525" y="5615102"/>
            <a:ext cx="418566" cy="418566"/>
          </a:xfrm>
          <a:prstGeom prst="rect">
            <a:avLst/>
          </a:prstGeom>
        </p:spPr>
      </p:pic>
      <p:pic>
        <p:nvPicPr>
          <p:cNvPr id="14" name="Graphic 13" descr="Shoe with solid fill">
            <a:extLst>
              <a:ext uri="{FF2B5EF4-FFF2-40B4-BE49-F238E27FC236}">
                <a16:creationId xmlns:a16="http://schemas.microsoft.com/office/drawing/2014/main" id="{392667FF-0346-FA4D-9426-B349CE51C0B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902098" y="5594718"/>
            <a:ext cx="418566" cy="4185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8859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 descr="Crowd in stadium grandstand to cheering sport Crowd in stadium grandstand to cheering sport, vector illustration. Stadium stock vector">
            <a:extLst>
              <a:ext uri="{FF2B5EF4-FFF2-40B4-BE49-F238E27FC236}">
                <a16:creationId xmlns:a16="http://schemas.microsoft.com/office/drawing/2014/main" id="{110E8FCF-90DC-D34B-9424-3A19D4C5EFA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1864" b="6667"/>
          <a:stretch/>
        </p:blipFill>
        <p:spPr bwMode="auto">
          <a:xfrm>
            <a:off x="643467" y="5010817"/>
            <a:ext cx="10905066" cy="15042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AutoShape 6" descr="Running Stick Figure Vector SVG Icon (4) - SVG Repo">
            <a:extLst>
              <a:ext uri="{FF2B5EF4-FFF2-40B4-BE49-F238E27FC236}">
                <a16:creationId xmlns:a16="http://schemas.microsoft.com/office/drawing/2014/main" id="{23C30F97-26F4-D24D-93C9-81D1810B304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2109060"/>
            <a:ext cx="1472340" cy="14723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8" name="AutoShape 18">
            <a:extLst>
              <a:ext uri="{FF2B5EF4-FFF2-40B4-BE49-F238E27FC236}">
                <a16:creationId xmlns:a16="http://schemas.microsoft.com/office/drawing/2014/main" id="{0BB4B370-C423-EA47-8260-DF630129C85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962400" y="1295400"/>
            <a:ext cx="2286000" cy="2286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1" name="Picture 10" descr="A superhero in a red and yellow garment&#10;&#10;Description automatically generated">
            <a:extLst>
              <a:ext uri="{FF2B5EF4-FFF2-40B4-BE49-F238E27FC236}">
                <a16:creationId xmlns:a16="http://schemas.microsoft.com/office/drawing/2014/main" id="{CC7CBD2C-8729-ED4C-AEBE-AEB2E689B4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643467" y="3954244"/>
            <a:ext cx="2352180" cy="1447800"/>
          </a:xfrm>
          <a:prstGeom prst="rect">
            <a:avLst/>
          </a:prstGeom>
        </p:spPr>
      </p:pic>
      <p:pic>
        <p:nvPicPr>
          <p:cNvPr id="13" name="Picture 12" descr="A person carrying a bag&#10;&#10;Description automatically generated">
            <a:extLst>
              <a:ext uri="{FF2B5EF4-FFF2-40B4-BE49-F238E27FC236}">
                <a16:creationId xmlns:a16="http://schemas.microsoft.com/office/drawing/2014/main" id="{AE7FB982-76FD-4642-8E34-28CA3EF29B7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2971013" y="3775651"/>
            <a:ext cx="880533" cy="1979345"/>
          </a:xfrm>
          <a:prstGeom prst="rect">
            <a:avLst/>
          </a:prstGeom>
        </p:spPr>
      </p:pic>
      <p:pic>
        <p:nvPicPr>
          <p:cNvPr id="23" name="Graphic 22" descr="Shoe with solid fill">
            <a:extLst>
              <a:ext uri="{FF2B5EF4-FFF2-40B4-BE49-F238E27FC236}">
                <a16:creationId xmlns:a16="http://schemas.microsoft.com/office/drawing/2014/main" id="{30522670-D45E-6E43-9BFA-F45394719EF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543834" y="5545713"/>
            <a:ext cx="418566" cy="418566"/>
          </a:xfrm>
          <a:prstGeom prst="rect">
            <a:avLst/>
          </a:prstGeom>
        </p:spPr>
      </p:pic>
      <p:pic>
        <p:nvPicPr>
          <p:cNvPr id="34" name="Graphic 33" descr="Shoe with solid fill">
            <a:extLst>
              <a:ext uri="{FF2B5EF4-FFF2-40B4-BE49-F238E27FC236}">
                <a16:creationId xmlns:a16="http://schemas.microsoft.com/office/drawing/2014/main" id="{02BCDA3E-399C-8745-ACAB-5423464A476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959407" y="5525329"/>
            <a:ext cx="418566" cy="418566"/>
          </a:xfrm>
          <a:prstGeom prst="rect">
            <a:avLst/>
          </a:prstGeom>
        </p:spPr>
      </p:pic>
      <p:pic>
        <p:nvPicPr>
          <p:cNvPr id="1044" name="Picture 20" descr="Olympic symbols - Wikipedia">
            <a:extLst>
              <a:ext uri="{FF2B5EF4-FFF2-40B4-BE49-F238E27FC236}">
                <a16:creationId xmlns:a16="http://schemas.microsoft.com/office/drawing/2014/main" id="{896917F8-928D-E14A-9EDF-67BF43B19F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24637" y="132637"/>
            <a:ext cx="4237925" cy="19600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689346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 descr="Crowd in stadium grandstand to cheering sport Crowd in stadium grandstand to cheering sport, vector illustration. Stadium stock vector">
            <a:extLst>
              <a:ext uri="{FF2B5EF4-FFF2-40B4-BE49-F238E27FC236}">
                <a16:creationId xmlns:a16="http://schemas.microsoft.com/office/drawing/2014/main" id="{110E8FCF-90DC-D34B-9424-3A19D4C5EFA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1864" b="6667"/>
          <a:stretch/>
        </p:blipFill>
        <p:spPr bwMode="auto">
          <a:xfrm>
            <a:off x="643467" y="5010817"/>
            <a:ext cx="10905066" cy="15042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AutoShape 6" descr="Running Stick Figure Vector SVG Icon (4) - SVG Repo">
            <a:extLst>
              <a:ext uri="{FF2B5EF4-FFF2-40B4-BE49-F238E27FC236}">
                <a16:creationId xmlns:a16="http://schemas.microsoft.com/office/drawing/2014/main" id="{23C30F97-26F4-D24D-93C9-81D1810B304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2109060"/>
            <a:ext cx="1472340" cy="14723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8" name="AutoShape 18">
            <a:extLst>
              <a:ext uri="{FF2B5EF4-FFF2-40B4-BE49-F238E27FC236}">
                <a16:creationId xmlns:a16="http://schemas.microsoft.com/office/drawing/2014/main" id="{0BB4B370-C423-EA47-8260-DF630129C85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962400" y="1295400"/>
            <a:ext cx="2286000" cy="2286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1" name="Picture 10" descr="A superhero in a red and yellow garment&#10;&#10;Description automatically generated">
            <a:extLst>
              <a:ext uri="{FF2B5EF4-FFF2-40B4-BE49-F238E27FC236}">
                <a16:creationId xmlns:a16="http://schemas.microsoft.com/office/drawing/2014/main" id="{CC7CBD2C-8729-ED4C-AEBE-AEB2E689B4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9207959" y="4023276"/>
            <a:ext cx="2352180" cy="1447800"/>
          </a:xfrm>
          <a:prstGeom prst="rect">
            <a:avLst/>
          </a:prstGeom>
        </p:spPr>
      </p:pic>
      <p:pic>
        <p:nvPicPr>
          <p:cNvPr id="1044" name="Picture 20" descr="Olympic symbols - Wikipedia">
            <a:extLst>
              <a:ext uri="{FF2B5EF4-FFF2-40B4-BE49-F238E27FC236}">
                <a16:creationId xmlns:a16="http://schemas.microsoft.com/office/drawing/2014/main" id="{896917F8-928D-E14A-9EDF-67BF43B19F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24637" y="132637"/>
            <a:ext cx="4237925" cy="19600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9" descr="A person carrying a bag&#10;&#10;Description automatically generated">
            <a:extLst>
              <a:ext uri="{FF2B5EF4-FFF2-40B4-BE49-F238E27FC236}">
                <a16:creationId xmlns:a16="http://schemas.microsoft.com/office/drawing/2014/main" id="{E3446DAD-6A6C-8B45-88C5-4292C0F4703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flipH="1">
            <a:off x="6742504" y="3845040"/>
            <a:ext cx="880533" cy="1979345"/>
          </a:xfrm>
          <a:prstGeom prst="rect">
            <a:avLst/>
          </a:prstGeom>
        </p:spPr>
      </p:pic>
      <p:pic>
        <p:nvPicPr>
          <p:cNvPr id="12" name="Graphic 11" descr="Shoe with solid fill">
            <a:extLst>
              <a:ext uri="{FF2B5EF4-FFF2-40B4-BE49-F238E27FC236}">
                <a16:creationId xmlns:a16="http://schemas.microsoft.com/office/drawing/2014/main" id="{75C6178A-0061-0840-8B05-5AB13FC83E6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315325" y="5615102"/>
            <a:ext cx="418566" cy="418566"/>
          </a:xfrm>
          <a:prstGeom prst="rect">
            <a:avLst/>
          </a:prstGeom>
        </p:spPr>
      </p:pic>
      <p:pic>
        <p:nvPicPr>
          <p:cNvPr id="14" name="Graphic 13" descr="Shoe with solid fill">
            <a:extLst>
              <a:ext uri="{FF2B5EF4-FFF2-40B4-BE49-F238E27FC236}">
                <a16:creationId xmlns:a16="http://schemas.microsoft.com/office/drawing/2014/main" id="{392667FF-0346-FA4D-9426-B349CE51C0B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730898" y="5594718"/>
            <a:ext cx="418566" cy="4185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0762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 descr="Crowd in stadium grandstand to cheering sport Crowd in stadium grandstand to cheering sport, vector illustration. Stadium stock vector">
            <a:extLst>
              <a:ext uri="{FF2B5EF4-FFF2-40B4-BE49-F238E27FC236}">
                <a16:creationId xmlns:a16="http://schemas.microsoft.com/office/drawing/2014/main" id="{110E8FCF-90DC-D34B-9424-3A19D4C5EFA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1864" b="6667"/>
          <a:stretch/>
        </p:blipFill>
        <p:spPr bwMode="auto">
          <a:xfrm>
            <a:off x="643467" y="5010817"/>
            <a:ext cx="10905066" cy="15042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AutoShape 6" descr="Running Stick Figure Vector SVG Icon (4) - SVG Repo">
            <a:extLst>
              <a:ext uri="{FF2B5EF4-FFF2-40B4-BE49-F238E27FC236}">
                <a16:creationId xmlns:a16="http://schemas.microsoft.com/office/drawing/2014/main" id="{23C30F97-26F4-D24D-93C9-81D1810B304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2109060"/>
            <a:ext cx="1472340" cy="14723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8" name="AutoShape 18">
            <a:extLst>
              <a:ext uri="{FF2B5EF4-FFF2-40B4-BE49-F238E27FC236}">
                <a16:creationId xmlns:a16="http://schemas.microsoft.com/office/drawing/2014/main" id="{0BB4B370-C423-EA47-8260-DF630129C85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962400" y="1295400"/>
            <a:ext cx="2286000" cy="2286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1" name="Picture 10" descr="A superhero in a red and yellow garment&#10;&#10;Description automatically generated">
            <a:extLst>
              <a:ext uri="{FF2B5EF4-FFF2-40B4-BE49-F238E27FC236}">
                <a16:creationId xmlns:a16="http://schemas.microsoft.com/office/drawing/2014/main" id="{CC7CBD2C-8729-ED4C-AEBE-AEB2E689B4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643467" y="3954244"/>
            <a:ext cx="2352180" cy="1447800"/>
          </a:xfrm>
          <a:prstGeom prst="rect">
            <a:avLst/>
          </a:prstGeom>
        </p:spPr>
      </p:pic>
      <p:pic>
        <p:nvPicPr>
          <p:cNvPr id="13" name="Picture 12" descr="A person carrying a bag&#10;&#10;Description automatically generated">
            <a:extLst>
              <a:ext uri="{FF2B5EF4-FFF2-40B4-BE49-F238E27FC236}">
                <a16:creationId xmlns:a16="http://schemas.microsoft.com/office/drawing/2014/main" id="{AE7FB982-76FD-4642-8E34-28CA3EF29B7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8395420" y="3822146"/>
            <a:ext cx="880533" cy="1979345"/>
          </a:xfrm>
          <a:prstGeom prst="rect">
            <a:avLst/>
          </a:prstGeom>
        </p:spPr>
      </p:pic>
      <p:pic>
        <p:nvPicPr>
          <p:cNvPr id="23" name="Graphic 22" descr="Shoe with solid fill">
            <a:extLst>
              <a:ext uri="{FF2B5EF4-FFF2-40B4-BE49-F238E27FC236}">
                <a16:creationId xmlns:a16="http://schemas.microsoft.com/office/drawing/2014/main" id="{30522670-D45E-6E43-9BFA-F45394719EF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968241" y="5592208"/>
            <a:ext cx="418566" cy="418566"/>
          </a:xfrm>
          <a:prstGeom prst="rect">
            <a:avLst/>
          </a:prstGeom>
        </p:spPr>
      </p:pic>
      <p:pic>
        <p:nvPicPr>
          <p:cNvPr id="34" name="Graphic 33" descr="Shoe with solid fill">
            <a:extLst>
              <a:ext uri="{FF2B5EF4-FFF2-40B4-BE49-F238E27FC236}">
                <a16:creationId xmlns:a16="http://schemas.microsoft.com/office/drawing/2014/main" id="{02BCDA3E-399C-8745-ACAB-5423464A476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383814" y="5571824"/>
            <a:ext cx="418566" cy="418566"/>
          </a:xfrm>
          <a:prstGeom prst="rect">
            <a:avLst/>
          </a:prstGeom>
        </p:spPr>
      </p:pic>
      <p:pic>
        <p:nvPicPr>
          <p:cNvPr id="1044" name="Picture 20" descr="Olympic symbols - Wikipedia">
            <a:extLst>
              <a:ext uri="{FF2B5EF4-FFF2-40B4-BE49-F238E27FC236}">
                <a16:creationId xmlns:a16="http://schemas.microsoft.com/office/drawing/2014/main" id="{896917F8-928D-E14A-9EDF-67BF43B19F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24637" y="132637"/>
            <a:ext cx="4237925" cy="19600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449108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 descr="Crowd in stadium grandstand to cheering sport Crowd in stadium grandstand to cheering sport, vector illustration. Stadium stock vector">
            <a:extLst>
              <a:ext uri="{FF2B5EF4-FFF2-40B4-BE49-F238E27FC236}">
                <a16:creationId xmlns:a16="http://schemas.microsoft.com/office/drawing/2014/main" id="{110E8FCF-90DC-D34B-9424-3A19D4C5EFA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1864" b="6667"/>
          <a:stretch/>
        </p:blipFill>
        <p:spPr bwMode="auto">
          <a:xfrm>
            <a:off x="643467" y="5010817"/>
            <a:ext cx="10905066" cy="15042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AutoShape 6" descr="Running Stick Figure Vector SVG Icon (4) - SVG Repo">
            <a:extLst>
              <a:ext uri="{FF2B5EF4-FFF2-40B4-BE49-F238E27FC236}">
                <a16:creationId xmlns:a16="http://schemas.microsoft.com/office/drawing/2014/main" id="{23C30F97-26F4-D24D-93C9-81D1810B304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2109060"/>
            <a:ext cx="1472340" cy="14723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8" name="AutoShape 18">
            <a:extLst>
              <a:ext uri="{FF2B5EF4-FFF2-40B4-BE49-F238E27FC236}">
                <a16:creationId xmlns:a16="http://schemas.microsoft.com/office/drawing/2014/main" id="{0BB4B370-C423-EA47-8260-DF630129C85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962400" y="1295400"/>
            <a:ext cx="2286000" cy="2286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1" name="Picture 10" descr="A superhero in a red and yellow garment&#10;&#10;Description automatically generated">
            <a:extLst>
              <a:ext uri="{FF2B5EF4-FFF2-40B4-BE49-F238E27FC236}">
                <a16:creationId xmlns:a16="http://schemas.microsoft.com/office/drawing/2014/main" id="{CC7CBD2C-8729-ED4C-AEBE-AEB2E689B4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7632916" y="4041424"/>
            <a:ext cx="2352180" cy="1447800"/>
          </a:xfrm>
          <a:prstGeom prst="rect">
            <a:avLst/>
          </a:prstGeom>
        </p:spPr>
      </p:pic>
      <p:pic>
        <p:nvPicPr>
          <p:cNvPr id="1044" name="Picture 20" descr="Olympic symbols - Wikipedia">
            <a:extLst>
              <a:ext uri="{FF2B5EF4-FFF2-40B4-BE49-F238E27FC236}">
                <a16:creationId xmlns:a16="http://schemas.microsoft.com/office/drawing/2014/main" id="{896917F8-928D-E14A-9EDF-67BF43B19F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24637" y="132637"/>
            <a:ext cx="4237925" cy="19600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9" descr="A person carrying a bag&#10;&#10;Description automatically generated">
            <a:extLst>
              <a:ext uri="{FF2B5EF4-FFF2-40B4-BE49-F238E27FC236}">
                <a16:creationId xmlns:a16="http://schemas.microsoft.com/office/drawing/2014/main" id="{E3446DAD-6A6C-8B45-88C5-4292C0F4703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flipH="1">
            <a:off x="10849555" y="3798545"/>
            <a:ext cx="880533" cy="1979345"/>
          </a:xfrm>
          <a:prstGeom prst="rect">
            <a:avLst/>
          </a:prstGeom>
        </p:spPr>
      </p:pic>
      <p:pic>
        <p:nvPicPr>
          <p:cNvPr id="12" name="Graphic 11" descr="Shoe with solid fill">
            <a:extLst>
              <a:ext uri="{FF2B5EF4-FFF2-40B4-BE49-F238E27FC236}">
                <a16:creationId xmlns:a16="http://schemas.microsoft.com/office/drawing/2014/main" id="{75C6178A-0061-0840-8B05-5AB13FC83E6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1422376" y="5568607"/>
            <a:ext cx="418566" cy="418566"/>
          </a:xfrm>
          <a:prstGeom prst="rect">
            <a:avLst/>
          </a:prstGeom>
        </p:spPr>
      </p:pic>
      <p:pic>
        <p:nvPicPr>
          <p:cNvPr id="14" name="Graphic 13" descr="Shoe with solid fill">
            <a:extLst>
              <a:ext uri="{FF2B5EF4-FFF2-40B4-BE49-F238E27FC236}">
                <a16:creationId xmlns:a16="http://schemas.microsoft.com/office/drawing/2014/main" id="{392667FF-0346-FA4D-9426-B349CE51C0B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837949" y="5548223"/>
            <a:ext cx="418566" cy="4185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92199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 descr="Crowd in stadium grandstand to cheering sport Crowd in stadium grandstand to cheering sport, vector illustration. Stadium stock vector">
            <a:extLst>
              <a:ext uri="{FF2B5EF4-FFF2-40B4-BE49-F238E27FC236}">
                <a16:creationId xmlns:a16="http://schemas.microsoft.com/office/drawing/2014/main" id="{110E8FCF-90DC-D34B-9424-3A19D4C5EFA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1864" b="6667"/>
          <a:stretch/>
        </p:blipFill>
        <p:spPr bwMode="auto">
          <a:xfrm>
            <a:off x="643467" y="5010817"/>
            <a:ext cx="10905066" cy="15042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AutoShape 6" descr="Running Stick Figure Vector SVG Icon (4) - SVG Repo">
            <a:extLst>
              <a:ext uri="{FF2B5EF4-FFF2-40B4-BE49-F238E27FC236}">
                <a16:creationId xmlns:a16="http://schemas.microsoft.com/office/drawing/2014/main" id="{23C30F97-26F4-D24D-93C9-81D1810B304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2109060"/>
            <a:ext cx="1472340" cy="14723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8" name="AutoShape 18">
            <a:extLst>
              <a:ext uri="{FF2B5EF4-FFF2-40B4-BE49-F238E27FC236}">
                <a16:creationId xmlns:a16="http://schemas.microsoft.com/office/drawing/2014/main" id="{0BB4B370-C423-EA47-8260-DF630129C85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962400" y="1295400"/>
            <a:ext cx="2286000" cy="2286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1" name="Picture 10" descr="A superhero in a red and yellow garment&#10;&#10;Description automatically generated">
            <a:extLst>
              <a:ext uri="{FF2B5EF4-FFF2-40B4-BE49-F238E27FC236}">
                <a16:creationId xmlns:a16="http://schemas.microsoft.com/office/drawing/2014/main" id="{CC7CBD2C-8729-ED4C-AEBE-AEB2E689B4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643467" y="3954244"/>
            <a:ext cx="2352180" cy="1447800"/>
          </a:xfrm>
          <a:prstGeom prst="rect">
            <a:avLst/>
          </a:prstGeom>
        </p:spPr>
      </p:pic>
      <p:pic>
        <p:nvPicPr>
          <p:cNvPr id="13" name="Picture 12" descr="A person carrying a bag&#10;&#10;Description automatically generated">
            <a:extLst>
              <a:ext uri="{FF2B5EF4-FFF2-40B4-BE49-F238E27FC236}">
                <a16:creationId xmlns:a16="http://schemas.microsoft.com/office/drawing/2014/main" id="{AE7FB982-76FD-4642-8E34-28CA3EF29B7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6248400" y="3754490"/>
            <a:ext cx="880533" cy="1979345"/>
          </a:xfrm>
          <a:prstGeom prst="rect">
            <a:avLst/>
          </a:prstGeom>
        </p:spPr>
      </p:pic>
      <p:pic>
        <p:nvPicPr>
          <p:cNvPr id="23" name="Graphic 22" descr="Shoe with solid fill">
            <a:extLst>
              <a:ext uri="{FF2B5EF4-FFF2-40B4-BE49-F238E27FC236}">
                <a16:creationId xmlns:a16="http://schemas.microsoft.com/office/drawing/2014/main" id="{30522670-D45E-6E43-9BFA-F45394719EF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821221" y="5524552"/>
            <a:ext cx="418566" cy="418566"/>
          </a:xfrm>
          <a:prstGeom prst="rect">
            <a:avLst/>
          </a:prstGeom>
        </p:spPr>
      </p:pic>
      <p:pic>
        <p:nvPicPr>
          <p:cNvPr id="34" name="Graphic 33" descr="Shoe with solid fill">
            <a:extLst>
              <a:ext uri="{FF2B5EF4-FFF2-40B4-BE49-F238E27FC236}">
                <a16:creationId xmlns:a16="http://schemas.microsoft.com/office/drawing/2014/main" id="{02BCDA3E-399C-8745-ACAB-5423464A476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236794" y="5504168"/>
            <a:ext cx="418566" cy="418566"/>
          </a:xfrm>
          <a:prstGeom prst="rect">
            <a:avLst/>
          </a:prstGeom>
        </p:spPr>
      </p:pic>
      <p:pic>
        <p:nvPicPr>
          <p:cNvPr id="1044" name="Picture 20" descr="Olympic symbols - Wikipedia">
            <a:extLst>
              <a:ext uri="{FF2B5EF4-FFF2-40B4-BE49-F238E27FC236}">
                <a16:creationId xmlns:a16="http://schemas.microsoft.com/office/drawing/2014/main" id="{896917F8-928D-E14A-9EDF-67BF43B19F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24637" y="132637"/>
            <a:ext cx="4237925" cy="19600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543805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 descr="Crowd in stadium grandstand to cheering sport Crowd in stadium grandstand to cheering sport, vector illustration. Stadium stock vector">
            <a:extLst>
              <a:ext uri="{FF2B5EF4-FFF2-40B4-BE49-F238E27FC236}">
                <a16:creationId xmlns:a16="http://schemas.microsoft.com/office/drawing/2014/main" id="{110E8FCF-90DC-D34B-9424-3A19D4C5EFA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1864" b="6667"/>
          <a:stretch/>
        </p:blipFill>
        <p:spPr bwMode="auto">
          <a:xfrm>
            <a:off x="643467" y="5010817"/>
            <a:ext cx="10905066" cy="15042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AutoShape 6" descr="Running Stick Figure Vector SVG Icon (4) - SVG Repo">
            <a:extLst>
              <a:ext uri="{FF2B5EF4-FFF2-40B4-BE49-F238E27FC236}">
                <a16:creationId xmlns:a16="http://schemas.microsoft.com/office/drawing/2014/main" id="{23C30F97-26F4-D24D-93C9-81D1810B304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2109060"/>
            <a:ext cx="1472340" cy="14723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8" name="AutoShape 18">
            <a:extLst>
              <a:ext uri="{FF2B5EF4-FFF2-40B4-BE49-F238E27FC236}">
                <a16:creationId xmlns:a16="http://schemas.microsoft.com/office/drawing/2014/main" id="{0BB4B370-C423-EA47-8260-DF630129C85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962400" y="1295400"/>
            <a:ext cx="2286000" cy="2286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1" name="Picture 10" descr="A superhero in a red and yellow garment&#10;&#10;Description automatically generated">
            <a:extLst>
              <a:ext uri="{FF2B5EF4-FFF2-40B4-BE49-F238E27FC236}">
                <a16:creationId xmlns:a16="http://schemas.microsoft.com/office/drawing/2014/main" id="{CC7CBD2C-8729-ED4C-AEBE-AEB2E689B4F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9070196" y="3974765"/>
            <a:ext cx="2352180" cy="1447800"/>
          </a:xfrm>
          <a:prstGeom prst="rect">
            <a:avLst/>
          </a:prstGeom>
        </p:spPr>
      </p:pic>
      <p:pic>
        <p:nvPicPr>
          <p:cNvPr id="1044" name="Picture 20" descr="Olympic symbols - Wikipedia">
            <a:extLst>
              <a:ext uri="{FF2B5EF4-FFF2-40B4-BE49-F238E27FC236}">
                <a16:creationId xmlns:a16="http://schemas.microsoft.com/office/drawing/2014/main" id="{896917F8-928D-E14A-9EDF-67BF43B19F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24637" y="132637"/>
            <a:ext cx="4237925" cy="19600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9" descr="A person carrying a bag&#10;&#10;Description automatically generated">
            <a:extLst>
              <a:ext uri="{FF2B5EF4-FFF2-40B4-BE49-F238E27FC236}">
                <a16:creationId xmlns:a16="http://schemas.microsoft.com/office/drawing/2014/main" id="{E3446DAD-6A6C-8B45-88C5-4292C0F4703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flipH="1">
            <a:off x="9992696" y="3798545"/>
            <a:ext cx="880533" cy="1979345"/>
          </a:xfrm>
          <a:prstGeom prst="rect">
            <a:avLst/>
          </a:prstGeom>
        </p:spPr>
      </p:pic>
      <p:pic>
        <p:nvPicPr>
          <p:cNvPr id="12" name="Graphic 11" descr="Shoe with solid fill">
            <a:extLst>
              <a:ext uri="{FF2B5EF4-FFF2-40B4-BE49-F238E27FC236}">
                <a16:creationId xmlns:a16="http://schemas.microsoft.com/office/drawing/2014/main" id="{75C6178A-0061-0840-8B05-5AB13FC83E6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565517" y="5568607"/>
            <a:ext cx="418566" cy="418566"/>
          </a:xfrm>
          <a:prstGeom prst="rect">
            <a:avLst/>
          </a:prstGeom>
        </p:spPr>
      </p:pic>
      <p:pic>
        <p:nvPicPr>
          <p:cNvPr id="14" name="Graphic 13" descr="Shoe with solid fill">
            <a:extLst>
              <a:ext uri="{FF2B5EF4-FFF2-40B4-BE49-F238E27FC236}">
                <a16:creationId xmlns:a16="http://schemas.microsoft.com/office/drawing/2014/main" id="{392667FF-0346-FA4D-9426-B349CE51C0B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981090" y="5548223"/>
            <a:ext cx="418566" cy="4185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16917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p-Down Arrow 1">
            <a:extLst>
              <a:ext uri="{FF2B5EF4-FFF2-40B4-BE49-F238E27FC236}">
                <a16:creationId xmlns:a16="http://schemas.microsoft.com/office/drawing/2014/main" id="{05D46BB0-0299-5F44-A673-6F750B100B3F}"/>
              </a:ext>
            </a:extLst>
          </p:cNvPr>
          <p:cNvSpPr/>
          <p:nvPr/>
        </p:nvSpPr>
        <p:spPr>
          <a:xfrm>
            <a:off x="5439905" y="1204991"/>
            <a:ext cx="976394" cy="4602996"/>
          </a:xfrm>
          <a:prstGeom prst="upDownArrow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/>
              </a:gs>
            </a:gsLst>
            <a:lin ang="5400000" scaled="1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Up-Down Arrow 4">
            <a:extLst>
              <a:ext uri="{FF2B5EF4-FFF2-40B4-BE49-F238E27FC236}">
                <a16:creationId xmlns:a16="http://schemas.microsoft.com/office/drawing/2014/main" id="{96BD6D6D-4F54-4A45-AB21-8D6ADAF768BF}"/>
              </a:ext>
            </a:extLst>
          </p:cNvPr>
          <p:cNvSpPr/>
          <p:nvPr/>
        </p:nvSpPr>
        <p:spPr>
          <a:xfrm rot="16200000">
            <a:off x="5439905" y="1204991"/>
            <a:ext cx="976394" cy="4602996"/>
          </a:xfrm>
          <a:prstGeom prst="upDownArrow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/>
              </a:gs>
            </a:gsLst>
            <a:lin ang="5400000" scaled="1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920661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diagram of species&#10;&#10;Description automatically generated">
            <a:extLst>
              <a:ext uri="{FF2B5EF4-FFF2-40B4-BE49-F238E27FC236}">
                <a16:creationId xmlns:a16="http://schemas.microsoft.com/office/drawing/2014/main" id="{ABFF810E-7CB6-B64E-905F-BC6AF8946B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81637" y="571500"/>
            <a:ext cx="7975600" cy="6286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266515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graph&#10;&#10;Description automatically generated">
            <a:extLst>
              <a:ext uri="{FF2B5EF4-FFF2-40B4-BE49-F238E27FC236}">
                <a16:creationId xmlns:a16="http://schemas.microsoft.com/office/drawing/2014/main" id="{F8CFFD9C-986E-1D45-997F-63511FB7B9D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309" t="1301" r="906" b="61131"/>
          <a:stretch/>
        </p:blipFill>
        <p:spPr>
          <a:xfrm>
            <a:off x="3422219" y="2777239"/>
            <a:ext cx="8105614" cy="358010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6" name="Picture 5" descr="A picture containing text, cabinet, open, indoor&#10;&#10;Description automatically generated">
            <a:extLst>
              <a:ext uri="{FF2B5EF4-FFF2-40B4-BE49-F238E27FC236}">
                <a16:creationId xmlns:a16="http://schemas.microsoft.com/office/drawing/2014/main" id="{5CC4E04B-32FC-8E4C-90FC-3294803E92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0800000">
            <a:off x="161980" y="187996"/>
            <a:ext cx="2589242" cy="258924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Picture 6" descr="A picture containing text, indoor, different, several&#10;&#10;Description automatically generated">
            <a:extLst>
              <a:ext uri="{FF2B5EF4-FFF2-40B4-BE49-F238E27FC236}">
                <a16:creationId xmlns:a16="http://schemas.microsoft.com/office/drawing/2014/main" id="{01A2151E-8C6D-684C-808D-CB24A606D75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0800000">
            <a:off x="3094676" y="219299"/>
            <a:ext cx="3001324" cy="225099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8" name="Picture 7" descr="A picture containing indoor, counter, different&#10;&#10;Description automatically generated">
            <a:extLst>
              <a:ext uri="{FF2B5EF4-FFF2-40B4-BE49-F238E27FC236}">
                <a16:creationId xmlns:a16="http://schemas.microsoft.com/office/drawing/2014/main" id="{098E373A-CF5B-C147-B6BD-0EDA2573335A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20584"/>
          <a:stretch/>
        </p:blipFill>
        <p:spPr>
          <a:xfrm rot="5400000">
            <a:off x="9722827" y="323063"/>
            <a:ext cx="2208633" cy="208582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9" name="Picture 8" descr="A stack of coins&#10;&#10;Description automatically generated with medium confidence">
            <a:extLst>
              <a:ext uri="{FF2B5EF4-FFF2-40B4-BE49-F238E27FC236}">
                <a16:creationId xmlns:a16="http://schemas.microsoft.com/office/drawing/2014/main" id="{AD05D378-704E-614E-8C86-9D88E7EF2E0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10800000">
            <a:off x="6439454" y="219300"/>
            <a:ext cx="3001323" cy="225099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0" name="Content Placeholder 8" descr="A picture containing indoor&#10;&#10;Description automatically generated">
            <a:extLst>
              <a:ext uri="{FF2B5EF4-FFF2-40B4-BE49-F238E27FC236}">
                <a16:creationId xmlns:a16="http://schemas.microsoft.com/office/drawing/2014/main" id="{5D748C98-5F6E-4047-B874-5FEF928CDD4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10800000">
            <a:off x="161982" y="3429000"/>
            <a:ext cx="2589240" cy="258924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6932156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screenshot of a graph&#10;&#10;Description automatically generated">
            <a:extLst>
              <a:ext uri="{FF2B5EF4-FFF2-40B4-BE49-F238E27FC236}">
                <a16:creationId xmlns:a16="http://schemas.microsoft.com/office/drawing/2014/main" id="{E24783C3-5CE3-6B40-B237-886E5FC0B8D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804" t="48310" r="51263" b="1200"/>
          <a:stretch/>
        </p:blipFill>
        <p:spPr>
          <a:xfrm>
            <a:off x="148004" y="1047750"/>
            <a:ext cx="4652638" cy="5753100"/>
          </a:xfrm>
          <a:prstGeom prst="rect">
            <a:avLst/>
          </a:prstGeom>
        </p:spPr>
      </p:pic>
      <p:pic>
        <p:nvPicPr>
          <p:cNvPr id="3" name="Picture 2" descr="A diagram of species&#10;&#10;Description automatically generated">
            <a:extLst>
              <a:ext uri="{FF2B5EF4-FFF2-40B4-BE49-F238E27FC236}">
                <a16:creationId xmlns:a16="http://schemas.microsoft.com/office/drawing/2014/main" id="{4D5B92D9-FF5E-3741-882C-D09225EB7B2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022"/>
          <a:stretch/>
        </p:blipFill>
        <p:spPr>
          <a:xfrm>
            <a:off x="5824864" y="914746"/>
            <a:ext cx="6024236" cy="4994951"/>
          </a:xfrm>
          <a:prstGeom prst="rect">
            <a:avLst/>
          </a:prstGeom>
        </p:spPr>
      </p:pic>
      <p:pic>
        <p:nvPicPr>
          <p:cNvPr id="4" name="Picture 3" descr="A screenshot of a graph&#10;&#10;Description automatically generated">
            <a:extLst>
              <a:ext uri="{FF2B5EF4-FFF2-40B4-BE49-F238E27FC236}">
                <a16:creationId xmlns:a16="http://schemas.microsoft.com/office/drawing/2014/main" id="{FABDC697-A0D3-2D4F-8AEC-7BDABA14872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2736" t="39484" r="27036" b="53516"/>
          <a:stretch/>
        </p:blipFill>
        <p:spPr>
          <a:xfrm>
            <a:off x="-152400" y="0"/>
            <a:ext cx="5805814" cy="930112"/>
          </a:xfrm>
          <a:prstGeom prst="rect">
            <a:avLst/>
          </a:prstGeom>
        </p:spPr>
      </p:pic>
      <p:pic>
        <p:nvPicPr>
          <p:cNvPr id="8" name="Graphic 7" descr="Badge Question Mark with solid fill">
            <a:extLst>
              <a:ext uri="{FF2B5EF4-FFF2-40B4-BE49-F238E27FC236}">
                <a16:creationId xmlns:a16="http://schemas.microsoft.com/office/drawing/2014/main" id="{ECA16A69-CA18-3240-AD1B-4E6274368FA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550800" y="2089762"/>
            <a:ext cx="914400" cy="914400"/>
          </a:xfrm>
          <a:prstGeom prst="rect">
            <a:avLst/>
          </a:prstGeom>
        </p:spPr>
      </p:pic>
      <p:pic>
        <p:nvPicPr>
          <p:cNvPr id="9" name="Graphic 8" descr="Badge Question Mark with solid fill">
            <a:extLst>
              <a:ext uri="{FF2B5EF4-FFF2-40B4-BE49-F238E27FC236}">
                <a16:creationId xmlns:a16="http://schemas.microsoft.com/office/drawing/2014/main" id="{3FEDB32E-71B6-2942-8418-4F777C44D4A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882082" y="2680312"/>
            <a:ext cx="914400" cy="914400"/>
          </a:xfrm>
          <a:prstGeom prst="rect">
            <a:avLst/>
          </a:prstGeom>
        </p:spPr>
      </p:pic>
      <p:pic>
        <p:nvPicPr>
          <p:cNvPr id="10" name="Graphic 9" descr="Badge Question Mark with solid fill">
            <a:extLst>
              <a:ext uri="{FF2B5EF4-FFF2-40B4-BE49-F238E27FC236}">
                <a16:creationId xmlns:a16="http://schemas.microsoft.com/office/drawing/2014/main" id="{E76D2A87-DB88-BF4C-85AC-D065C37F8F1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642609" y="3009900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536156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9634F67-8663-6649-8D91-738BDCD8F567}"/>
              </a:ext>
            </a:extLst>
          </p:cNvPr>
          <p:cNvSpPr txBox="1"/>
          <p:nvPr/>
        </p:nvSpPr>
        <p:spPr>
          <a:xfrm>
            <a:off x="4152900" y="3086100"/>
            <a:ext cx="18988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Model description</a:t>
            </a:r>
          </a:p>
        </p:txBody>
      </p:sp>
    </p:spTree>
    <p:extLst>
      <p:ext uri="{BB962C8B-B14F-4D97-AF65-F5344CB8AC3E}">
        <p14:creationId xmlns:p14="http://schemas.microsoft.com/office/powerpoint/2010/main" val="356030606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graph of different phenological indicators&#10;&#10;Description automatically generated with medium confidence">
            <a:extLst>
              <a:ext uri="{FF2B5EF4-FFF2-40B4-BE49-F238E27FC236}">
                <a16:creationId xmlns:a16="http://schemas.microsoft.com/office/drawing/2014/main" id="{09564BBB-6594-344D-ABBA-FC3D6750D7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8593" y="0"/>
            <a:ext cx="783771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647046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comparison of different phenology graphs&#10;&#10;Description automatically generated">
            <a:extLst>
              <a:ext uri="{FF2B5EF4-FFF2-40B4-BE49-F238E27FC236}">
                <a16:creationId xmlns:a16="http://schemas.microsoft.com/office/drawing/2014/main" id="{39FEAD8F-DCA0-E840-8C7F-EC8F2B27FC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0"/>
            <a:ext cx="109728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2255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12914</TotalTime>
  <Words>4</Words>
  <Application>Microsoft Macintosh PowerPoint</Application>
  <PresentationFormat>Widescreen</PresentationFormat>
  <Paragraphs>3</Paragraphs>
  <Slides>17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American Typewriter</vt:lpstr>
      <vt:lpstr>Arial</vt:lpstr>
      <vt:lpstr>Calibri</vt:lpstr>
      <vt:lpstr>Calibri Light</vt:lpstr>
      <vt:lpstr>Chalkboard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Daniel Buonaiuto</dc:creator>
  <cp:lastModifiedBy>Daniel Buonaiuto</cp:lastModifiedBy>
  <cp:revision>1</cp:revision>
  <dcterms:created xsi:type="dcterms:W3CDTF">2024-06-11T17:57:03Z</dcterms:created>
  <dcterms:modified xsi:type="dcterms:W3CDTF">2024-06-20T17:11:13Z</dcterms:modified>
</cp:coreProperties>
</file>